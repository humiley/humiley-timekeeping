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2743200" cy="2103120"/>
          </a:xfrm>
          <a:prstGeom prst="rtTriangle">
            <a:avLst/>
          </a:prstGeom>
          <a:solidFill>
            <a:srgbClr val="00B060"/>
          </a:solidFill>
          <a:ln/>
        </p:spPr>
      </p:sp>
      <p:pic>
        <p:nvPicPr>
          <p:cNvPr id="3" name="Image 0" descr="/private/tmp/build/logo/HML_logo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011680" cy="7083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08760"/>
            <a:ext cx="109115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Workplace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— Training.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Solutions That Move Air, Smartly.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CRM · PMC project management — a guided tour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0" y="5715000"/>
            <a:ext cx="7894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www.humiley.com   •   contact@humiley.com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0" y="5989320"/>
            <a:ext cx="7894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   •   Issued 2026 · Rev 01.0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access levels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4_permiss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Microsoft 365 — no password to remember.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build on each other: User → Contributor → Approver → Editor → Admin.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3977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and can do is set by your level + the modules enabled for you.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1_company_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snapshot: headcount, attendance, leave, recruitment, performance.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PowerBI-style charts update from real data; filter by department.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3977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view to a branded PDF anytime.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HR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DATABASE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2_employee_databa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employee records: role, department, devices, documents.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import from Excel/CSV; export for reporting.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3977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Self-service: staff manage their own profile, leave, claims &amp;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finance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3_payro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 runs with PIT, SI and employer cost computed automatically.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Approver+ only; only Editor/Admin can run or edit payroll.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3977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kept from 2024 — trend charts and exportable reports.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— Project Workspace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5_pmc_portfoli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at a glance: value, health (RAG), CPI/SPI, milestones.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assigned projects; managers see the whole portfolio.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6_pm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 + charts: cost (EVM), deliverables, schedule, risk exposure.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charter, change log and lessons learned, all in one place.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Gantt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7_pm_schedu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Gantt timeline with milestones, the critical path and a today line.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all / year / month, or a custom day-to-day range; export PDF.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earned value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EVM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8_pm_cost_ev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committed vs actual by category, with CPI/SPI and forecast (EAC).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Earned-value analysis gives an early warning on cost and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heatmap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09_pm_ris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impact heatmap; auto-scored bands (Low→Critical).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register by category, response, owner, contractor or status.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ITP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ITP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10_pm_quality_it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Inspections, NCRs, audits and tests in one quality register.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Test Plans on a timeline with a day-range filter.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contracts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11_pm_procureme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 packages, vendors, values, retention and payment certificates.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register; cost/procurement edits are manager-only.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(Mendelow)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12_pm_stakeholde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/ interest grid places each stakeholder in the right quadrant.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influence, interest and attitude to plan engagement.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document 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13_pm_documents_sharepoi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project's SharePoint link in Edit → it builds the full folder tree.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standard PMC folders with owner, confidentiality and retention.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43800" y="39776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is a one-click link straight into SharePoint.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38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509522" y="0"/>
            <a:ext cx="2682173" cy="2682173"/>
          </a:xfrm>
          <a:prstGeom prst="rtTriangle">
            <a:avLst/>
          </a:prstGeom>
          <a:solidFill>
            <a:srgbClr val="00B0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Administration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pipeline (CRM)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14_crm_pipeli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by stage with value and probability; companies, contacts, products.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Won deal into a PMC project in one click (manager+).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98448" cy="118872"/>
          </a:xfrm>
          <a:prstGeom prst="rect">
            <a:avLst/>
          </a:prstGeom>
          <a:solidFill>
            <a:srgbClr val="00B060"/>
          </a:solidFill>
          <a:ln/>
        </p:spPr>
      </p:sp>
      <p:sp>
        <p:nvSpPr>
          <p:cNvPr id="3" name="Shape 1"/>
          <p:cNvSpPr/>
          <p:nvPr/>
        </p:nvSpPr>
        <p:spPr>
          <a:xfrm>
            <a:off x="1298448" y="0"/>
            <a:ext cx="859536" cy="118872"/>
          </a:xfrm>
          <a:prstGeom prst="rect">
            <a:avLst/>
          </a:prstGeom>
          <a:solidFill>
            <a:srgbClr val="205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206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B4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645920" y="457200"/>
            <a:ext cx="9905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Vietnamese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6350">
            <a:solidFill>
              <a:srgbClr val="CFD6E2"/>
            </a:solidFill>
            <a:prstDash val="solid"/>
          </a:ln>
        </p:spPr>
      </p:sp>
      <p:pic>
        <p:nvPicPr>
          <p:cNvPr id="7" name="Image 0" descr="/private/tmp/build/logo/HML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528816"/>
            <a:ext cx="868680" cy="3058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09848" y="6492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spc="50" kern="0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1215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5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/ 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51215" y="6675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HML-DECK-0001  Rev 01.0</a:t>
            </a:r>
            <a:endParaRPr lang="en-US" sz="800" dirty="0"/>
          </a:p>
        </p:txBody>
      </p:sp>
      <p:pic>
        <p:nvPicPr>
          <p:cNvPr id="11" name="Image 1" descr="/tmp/shots/15_vietnamese_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812280" cy="42885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1783080"/>
            <a:ext cx="6812280" cy="4288536"/>
          </a:xfrm>
          <a:prstGeom prst="rect">
            <a:avLst/>
          </a:prstGeom>
          <a:ln w="12700">
            <a:solidFill>
              <a:srgbClr val="CFD6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whole portal between EN and VN with the flag in the top bar.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543800" y="29718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menus, tables and chart legends all translate.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05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828800" cy="1828800"/>
          </a:xfrm>
          <a:prstGeom prst="rtTriangle">
            <a:avLst/>
          </a:prstGeom>
          <a:solidFill>
            <a:srgbClr val="00B060"/>
          </a:solidFill>
          <a:ln/>
        </p:spPr>
      </p:sp>
      <p:pic>
        <p:nvPicPr>
          <p:cNvPr id="3" name="Image 0" descr="/private/tmp/build/logo/HML_logo_re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011680" cy="7083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40080" y="356616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 (28) 7300-1010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contact@humiley.com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www.humiley.com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Floor, 68 Nguyen Hue, Sai Gon Ward, HCMC, Vietnam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0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Solutions That Move Air, Smartly.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Humiley Engineering and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Humiley Portal — Training</dc:title>
  <dc:subject>PptxGenJS Presentation</dc:subject>
  <dc:creator>Humiley Brand Dept</dc:creator>
  <cp:lastModifiedBy>Humiley Brand Dept</cp:lastModifiedBy>
  <cp:revision>1</cp:revision>
  <dcterms:created xsi:type="dcterms:W3CDTF">2026-06-23T18:04:37Z</dcterms:created>
  <dcterms:modified xsi:type="dcterms:W3CDTF">2026-06-23T18:04:37Z</dcterms:modified>
</cp:coreProperties>
</file>