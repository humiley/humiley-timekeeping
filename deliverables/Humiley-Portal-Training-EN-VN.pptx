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5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2743200" cy="2103120"/>
          </a:xfrm>
          <a:prstGeom prst="rtTriangle">
            <a:avLst/>
          </a:prstGeom>
          <a:solidFill>
            <a:srgbClr val="00B060"/>
          </a:solidFill>
          <a:ln/>
        </p:spPr>
      </p:sp>
      <p:pic>
        <p:nvPicPr>
          <p:cNvPr id="3" name="Image 0" descr="/private/tmp/build/logo/HML_logo_reve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011680" cy="7083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08760"/>
            <a:ext cx="109115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Workplace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— Training.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Nhân sự &amp; Vận hành — Đào tạo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Solutions That Move Air, Smartly.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37033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CRM · PMC project management — a guided tour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0" y="5715000"/>
            <a:ext cx="7894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www.humiley.com   •   contact@humiley.com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0" y="5989320"/>
            <a:ext cx="7894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   •   Issued 2026 · Rev 01.0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9509522" y="0"/>
            <a:ext cx="2682173" cy="2682173"/>
          </a:xfrm>
          <a:prstGeom prst="rtTriangle">
            <a:avLst/>
          </a:prstGeom>
          <a:solidFill>
            <a:srgbClr val="00B0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access levels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cấp truy cập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04_permissio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Microsoft 365 — no password to remember.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bằng Microsoft 365 — không cần nhớ mật khẩu.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build on each other: User → Contributor → Approver → Editor → Admin.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cấp cộng dồn: User → Contributor → Approver → Editor → Admin.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43800" y="47091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and can do is set by your level + the modules enabled for you.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thấy và làm được gì tuỳ theo cấp của bạn và các phân hệ được bật.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dashboard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điều khiển công 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DASHBOARD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01_company_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snapshot: headcount, attendance, leave, recruitment, performance.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trực tiếp: nhân sự, chấm công, nghỉ phép, tuyển dụng, hiệu suất.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PowerBI-style charts update from real data; filter by department.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kiểu PowerBI cập nhật từ dữ liệu thật; lọc theo phòng ban.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43800" y="47091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view to a branded PDF anytime.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bản hiển thị ra PDF có thương hiệu bất kỳ lúc nào.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9509522" y="0"/>
            <a:ext cx="2682173" cy="2682173"/>
          </a:xfrm>
          <a:prstGeom prst="rtTriangle">
            <a:avLst/>
          </a:prstGeom>
          <a:solidFill>
            <a:srgbClr val="00B0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HR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sự &amp; HR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database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 nhân sự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DATABASE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02_employee_databas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employee records: role, department, devices, documents.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nhân viên đầy đủ: vai trò, phòng ban, thiết bị, tài liệu.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import from Excel/CSV; export for reporting.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Thêm, sửa, nhập từ Excel/CSV; xuất để báo cáo.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43800" y="47091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Self-service: staff manage their own profile, leave, claims &amp; training.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phục vụ: nhân viên tự quản lý hồ sơ, nghỉ phép, hoàn ứng &amp; đào tạo.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finance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Lương &amp; tài chính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03_payrol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 runs with PIT, SI and employer cost computed automatically.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lương hàng tháng với TNCN, BHXH và chi phí chủ sử dụng tự tính.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Approver+ only; only Editor/Admin can run or edit payroll.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Approver+ xem được; chỉ Editor/Admin chạy hoặc sửa lương.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43800" y="47091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kept from 2024 — trend charts and exportable reports.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lịch sử từ 2024 — biểu đồ xu hướng và báo cáo xuất được.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9509522" y="0"/>
            <a:ext cx="2682173" cy="2682173"/>
          </a:xfrm>
          <a:prstGeom prst="rtTriangle">
            <a:avLst/>
          </a:prstGeom>
          <a:solidFill>
            <a:srgbClr val="00B0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— Project Workspace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— Không gian dự án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portfolio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dự án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05_pmc_portfoli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at a glance: value, health (RAG), CPI/SPI, milestones.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dự án trong một màn hình: giá trị, tình trạng (RAG), CPI/SPI, cột mốc.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see assigned projects; managers see the whole portfolio.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thấy dự án được giao; quản lý thấy toàn danh mục.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dự án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06_pm_ov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 + charts: cost (EVM), deliverables, schedule, risk exposure.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 KPI + biểu đồ: chi phí (EVM), sản phẩm bàn giao, tiến độ, mức rủi ro.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charter, change log and lessons learned, all in one place.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Hiến chương dự án, sổ thay đổi và bài học kinh nghiệm, tất cả một nơi.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— Gantt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— Gantt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07_pm_schedu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Gantt timeline with milestones, the critical path and a today line.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thời gian Gantt với cột mốc, đường găng và vạch hôm nay.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all / year / month, or a custom day-to-day range; export PDF.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theo tất cả / năm / tháng, hoặc khoảng ngày tuỳ chọn; xuất PDF.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earned value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&amp; giá trị thu được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EVM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08_pm_cost_ev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committed vs actual by category, with CPI/SPI and forecast (EAC).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/ cam kết / thực tế theo nhóm, kèm CPI/SPI và dự báo (EAC).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Earned-value analysis gives an early warning on cost and schedule.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giá trị thu được cảnh báo sớm về chi phí và tiến độ.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 heatmap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rủi ro &amp; bản đồ nhiệt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09_pm_ris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× impact heatmap; auto-scored bands (Low→Critical).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nhiệt Xác suất × Tác động; tự chấm điểm theo dải (Thấp→Nghiêm trọng).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register by category, response, owner, contractor or status.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sổ theo phân loại, ứng phó, chủ trì, nhà thầu hoặc trạng thái.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ITP timeline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 &amp; lịch ITP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/ ITP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10_pm_quality_it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Inspections, NCRs, audits and tests in one quality register.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tra, NCR, đánh giá và thử nghiệm trong một sổ chất lượng.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&amp; Test Plans on a timeline with a day-range filter.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kiểm tra &amp; thử nghiệm trên dòng thời gian với bộ lọc khoảng ngày.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contracts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sắm &amp; hợp đồng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11_pm_procureme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Subcontract packages, vendors, values, retention and payment certificates.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thầu phụ, nhà cung cấp, giá trị, tiền giữ lại và chứng chỉ thanh toán.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register; cost/procurement edits are manager-only.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có thể lọc; sửa chi phí/mua sắm chỉ dành cho quản lý.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(Mendelow)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liên quan (Mendelow)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12_pm_stakeholder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/ interest grid places each stakeholder in the right quadrant.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Lưới Quyền lực / Quan tâm đặt mỗi bên liên quan vào đúng góc phần tư.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influence, interest and attitude to plan engagement.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ảnh hưởng, quan tâm và thái độ để lập kế hoạch tiếp cận.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document structure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tài liệu SharePoint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13_pm_documents_sharepoi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project's SharePoint link in Edit → it builds the full folder tree.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link SharePoint của dự án trong Sửa → tự tạo toàn bộ cây thư mục.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standard PMC folders with owner, confidentiality and retention.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thư mục PMC chuẩn kèm chủ trì, mức bảo mật và thời gian lưu.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43800" y="47091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folder is a one-click link straight into SharePoint.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thư mục là một liên kết mở thẳng vào SharePoint.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9509522" y="0"/>
            <a:ext cx="2682173" cy="2682173"/>
          </a:xfrm>
          <a:prstGeom prst="rtTriangle">
            <a:avLst/>
          </a:prstGeom>
          <a:solidFill>
            <a:srgbClr val="00B0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Administration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 doanh &amp; Quản trị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 (CRM)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bán hàng (CRM)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14_crm_pipeli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by stage with value and probability; companies, contacts, products.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hội theo giai đoạn kèm giá trị và xác suất; công ty, liên hệ, sản phẩm.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Won deal into a PMC project in one click (manager+).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cơ hội Thắng thành dự án PMC chỉ một cú nhấp (manager+).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&amp; Vietnamese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Anh &amp; Tiếng Việt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HML-DECK-0002  Rev 01.0</a:t>
            </a:r>
            <a:endParaRPr lang="en-US" sz="800" dirty="0"/>
          </a:p>
        </p:txBody>
      </p:sp>
      <p:pic>
        <p:nvPicPr>
          <p:cNvPr id="11" name="Image 1" descr="/tmp/shots/15_vietnamese_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whole portal between EN and VN with the flag in the top bar.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toàn bộ cổng giữa EN và VN bằng cờ ở thanh trên cùng.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3337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menus, tables and chart legends all translate.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Nhãn, menu, bảng và chú giải biểu đồ đều được dịch.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05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828800" cy="1828800"/>
          </a:xfrm>
          <a:prstGeom prst="rtTriangle">
            <a:avLst/>
          </a:prstGeom>
          <a:solidFill>
            <a:srgbClr val="00B060"/>
          </a:solidFill>
          <a:ln/>
        </p:spPr>
      </p:sp>
      <p:pic>
        <p:nvPicPr>
          <p:cNvPr id="3" name="Image 0" descr="/private/tmp/build/logo/HML_logo_reve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011680" cy="7083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40080" y="356616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 (28) 7300-1010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contact@humiley.com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www.humiley.com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Floor, 68 Nguyen Hue, Sai Gon Ward, HCMC, Vietnam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Solutions That Move Air, Smartly.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Humiley Engineering and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Humiley Portal — Training</dc:title>
  <dc:subject>PptxGenJS Presentation</dc:subject>
  <dc:creator>Humiley Brand Dept</dc:creator>
  <cp:lastModifiedBy>Humiley Brand Dept</cp:lastModifiedBy>
  <cp:revision>1</cp:revision>
  <dcterms:created xsi:type="dcterms:W3CDTF">2026-06-23T18:04:37Z</dcterms:created>
  <dcterms:modified xsi:type="dcterms:W3CDTF">2026-06-23T18:04:37Z</dcterms:modified>
</cp:coreProperties>
</file>